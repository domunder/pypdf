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eeh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-414000" y="-522000"/>
            <a:ext cx="10890000" cy="1782000"/>
            <a:chOff x="-414000" y="-522000"/>
            <a:chExt cx="10890000" cy="1782000"/>
          </a:xfrm>
        </p:grpSpPr>
        <p:sp>
          <p:nvSpPr>
            <p:cNvPr id="3" name=""/>
            <p:cNvSpPr/>
            <p:nvPr/>
          </p:nvSpPr>
          <p:spPr>
            <a:xfrm>
              <a:off x="-414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288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990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1692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394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096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798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500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5202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5904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6606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7308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010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12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9414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-54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648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1350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2052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2754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3456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4158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4860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5562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6264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6966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7668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8370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9072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9774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-414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288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990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692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2394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3096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3798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4500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5202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5904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6606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7308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8010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8712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9414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" name=""/>
          <p:cNvGrpSpPr/>
          <p:nvPr/>
        </p:nvGrpSpPr>
        <p:grpSpPr>
          <a:xfrm>
            <a:off x="-360000" y="4914000"/>
            <a:ext cx="10854000" cy="1242000"/>
            <a:chOff x="-360000" y="4914000"/>
            <a:chExt cx="10854000" cy="1242000"/>
          </a:xfrm>
        </p:grpSpPr>
        <p:sp>
          <p:nvSpPr>
            <p:cNvPr id="49" name=""/>
            <p:cNvSpPr/>
            <p:nvPr/>
          </p:nvSpPr>
          <p:spPr>
            <a:xfrm flipH="1">
              <a:off x="943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 flipH="1">
              <a:off x="979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 flipH="1">
              <a:off x="802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 flipH="1">
              <a:off x="873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 flipH="1">
              <a:off x="838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 flipH="1">
              <a:off x="698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 flipH="1">
              <a:off x="768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 flipH="1">
              <a:off x="662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 flipH="1">
              <a:off x="732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 flipH="1">
              <a:off x="592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 flipH="1">
              <a:off x="628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 flipH="1">
              <a:off x="523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 flipH="1">
              <a:off x="487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 flipH="1">
              <a:off x="558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 flipH="1">
              <a:off x="385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 flipH="1">
              <a:off x="453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 flipH="1">
              <a:off x="417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 flipH="1">
              <a:off x="277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 flipH="1">
              <a:off x="347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 flipH="1">
              <a:off x="244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 flipH="1">
              <a:off x="315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 flipH="1">
              <a:off x="174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 flipH="1">
              <a:off x="207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 flipH="1">
              <a:off x="104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 flipH="1">
              <a:off x="136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 flipH="1">
              <a:off x="-3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 flipH="1">
              <a:off x="66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 flipH="1">
              <a:off x="-360000" y="4914000"/>
              <a:ext cx="702000" cy="702000"/>
            </a:xfrm>
            <a:custGeom>
              <a:avLst/>
              <a:gdLst>
                <a:gd name="textAreaLeft" fmla="*/ -360 w 702000"/>
                <a:gd name="textAreaRight" fmla="*/ 70200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/>
            <p:nvPr/>
          </p:nvSpPr>
          <p:spPr>
            <a:xfrm flipH="1">
              <a:off x="34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 flipH="1">
              <a:off x="909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1915200"/>
            <a:ext cx="9072000" cy="121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de-CH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de-CH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4000" y="3402000"/>
            <a:ext cx="907200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de-CH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CH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de-CH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de-C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Aft>
                <a:spcPts val="42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CH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eeh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"/>
          <p:cNvGrpSpPr/>
          <p:nvPr/>
        </p:nvGrpSpPr>
        <p:grpSpPr>
          <a:xfrm>
            <a:off x="-414000" y="-522000"/>
            <a:ext cx="10890000" cy="1782000"/>
            <a:chOff x="-414000" y="-522000"/>
            <a:chExt cx="10890000" cy="1782000"/>
          </a:xfrm>
        </p:grpSpPr>
        <p:sp>
          <p:nvSpPr>
            <p:cNvPr id="3" name=""/>
            <p:cNvSpPr/>
            <p:nvPr/>
          </p:nvSpPr>
          <p:spPr>
            <a:xfrm>
              <a:off x="-414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288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990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1692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394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096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798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500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5202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5904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6606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7308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010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12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9414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-54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648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1350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2052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2754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3456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4158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4860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5562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6264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6966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7668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8370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9072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9774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-414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288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990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692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2394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3096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3798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4500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5202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5904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6606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7308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8010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8712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9414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" name=""/>
          <p:cNvGrpSpPr/>
          <p:nvPr/>
        </p:nvGrpSpPr>
        <p:grpSpPr>
          <a:xfrm>
            <a:off x="-360000" y="4914000"/>
            <a:ext cx="10854000" cy="1242000"/>
            <a:chOff x="-360000" y="4914000"/>
            <a:chExt cx="10854000" cy="1242000"/>
          </a:xfrm>
        </p:grpSpPr>
        <p:sp>
          <p:nvSpPr>
            <p:cNvPr id="49" name=""/>
            <p:cNvSpPr/>
            <p:nvPr/>
          </p:nvSpPr>
          <p:spPr>
            <a:xfrm flipH="1">
              <a:off x="943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 flipH="1">
              <a:off x="979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 flipH="1">
              <a:off x="802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 flipH="1">
              <a:off x="873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 flipH="1">
              <a:off x="838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 flipH="1">
              <a:off x="698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 flipH="1">
              <a:off x="768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 flipH="1">
              <a:off x="662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 flipH="1">
              <a:off x="732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 flipH="1">
              <a:off x="592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 flipH="1">
              <a:off x="628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 flipH="1">
              <a:off x="523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 flipH="1">
              <a:off x="487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 flipH="1">
              <a:off x="558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 flipH="1">
              <a:off x="385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 flipH="1">
              <a:off x="453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 flipH="1">
              <a:off x="417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 flipH="1">
              <a:off x="277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 flipH="1">
              <a:off x="347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 flipH="1">
              <a:off x="244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 flipH="1">
              <a:off x="315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 flipH="1">
              <a:off x="174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 flipH="1">
              <a:off x="207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 flipH="1">
              <a:off x="104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 flipH="1">
              <a:off x="136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 flipH="1">
              <a:off x="-3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 flipH="1">
              <a:off x="66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 flipH="1">
              <a:off x="-360000" y="4914000"/>
              <a:ext cx="702000" cy="702000"/>
            </a:xfrm>
            <a:custGeom>
              <a:avLst/>
              <a:gdLst>
                <a:gd name="textAreaLeft" fmla="*/ -360 w 702000"/>
                <a:gd name="textAreaRight" fmla="*/ 70200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/>
            <p:nvPr/>
          </p:nvSpPr>
          <p:spPr>
            <a:xfrm flipH="1">
              <a:off x="34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 flipH="1">
              <a:off x="909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1915200"/>
            <a:ext cx="9072000" cy="121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de-CH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de-CH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504000" y="3402000"/>
            <a:ext cx="907200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de-CH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CH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de-CH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de-C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Aft>
                <a:spcPts val="42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CH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eehi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"/>
          <p:cNvGrpSpPr/>
          <p:nvPr/>
        </p:nvGrpSpPr>
        <p:grpSpPr>
          <a:xfrm>
            <a:off x="-360000" y="4896000"/>
            <a:ext cx="10854000" cy="1260000"/>
            <a:chOff x="-360000" y="4896000"/>
            <a:chExt cx="10854000" cy="1260000"/>
          </a:xfrm>
        </p:grpSpPr>
        <p:sp>
          <p:nvSpPr>
            <p:cNvPr id="86" name=""/>
            <p:cNvSpPr/>
            <p:nvPr/>
          </p:nvSpPr>
          <p:spPr>
            <a:xfrm flipH="1">
              <a:off x="943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 flipH="1">
              <a:off x="979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 flipH="1">
              <a:off x="802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 flipH="1">
              <a:off x="873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 flipH="1">
              <a:off x="838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"/>
            <p:cNvSpPr/>
            <p:nvPr/>
          </p:nvSpPr>
          <p:spPr>
            <a:xfrm flipH="1">
              <a:off x="698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 flipH="1">
              <a:off x="768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 flipH="1">
              <a:off x="662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"/>
            <p:cNvSpPr/>
            <p:nvPr/>
          </p:nvSpPr>
          <p:spPr>
            <a:xfrm flipH="1">
              <a:off x="7326000" y="4896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"/>
            <p:cNvSpPr/>
            <p:nvPr/>
          </p:nvSpPr>
          <p:spPr>
            <a:xfrm flipH="1">
              <a:off x="592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"/>
            <p:cNvSpPr/>
            <p:nvPr/>
          </p:nvSpPr>
          <p:spPr>
            <a:xfrm flipH="1">
              <a:off x="628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"/>
            <p:cNvSpPr/>
            <p:nvPr/>
          </p:nvSpPr>
          <p:spPr>
            <a:xfrm flipH="1">
              <a:off x="523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"/>
            <p:cNvSpPr/>
            <p:nvPr/>
          </p:nvSpPr>
          <p:spPr>
            <a:xfrm flipH="1">
              <a:off x="487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>
              <a:off x="558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>
              <a:off x="385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>
              <a:off x="453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 flipH="1">
              <a:off x="417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"/>
            <p:cNvSpPr/>
            <p:nvPr/>
          </p:nvSpPr>
          <p:spPr>
            <a:xfrm flipH="1">
              <a:off x="277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"/>
            <p:cNvSpPr/>
            <p:nvPr/>
          </p:nvSpPr>
          <p:spPr>
            <a:xfrm flipH="1">
              <a:off x="347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 flipH="1">
              <a:off x="244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 flipH="1">
              <a:off x="315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"/>
            <p:cNvSpPr/>
            <p:nvPr/>
          </p:nvSpPr>
          <p:spPr>
            <a:xfrm flipH="1">
              <a:off x="174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 flipH="1">
              <a:off x="207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"/>
            <p:cNvSpPr/>
            <p:nvPr/>
          </p:nvSpPr>
          <p:spPr>
            <a:xfrm flipH="1">
              <a:off x="104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"/>
            <p:cNvSpPr/>
            <p:nvPr/>
          </p:nvSpPr>
          <p:spPr>
            <a:xfrm flipH="1">
              <a:off x="136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"/>
            <p:cNvSpPr/>
            <p:nvPr/>
          </p:nvSpPr>
          <p:spPr>
            <a:xfrm flipH="1">
              <a:off x="-3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"/>
            <p:cNvSpPr/>
            <p:nvPr/>
          </p:nvSpPr>
          <p:spPr>
            <a:xfrm flipH="1">
              <a:off x="66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"/>
            <p:cNvSpPr/>
            <p:nvPr/>
          </p:nvSpPr>
          <p:spPr>
            <a:xfrm flipH="1">
              <a:off x="-360000" y="4914000"/>
              <a:ext cx="702000" cy="702000"/>
            </a:xfrm>
            <a:custGeom>
              <a:avLst/>
              <a:gdLst>
                <a:gd name="textAreaLeft" fmla="*/ -360 w 702000"/>
                <a:gd name="textAreaRight" fmla="*/ 70200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"/>
            <p:cNvSpPr/>
            <p:nvPr/>
          </p:nvSpPr>
          <p:spPr>
            <a:xfrm flipH="1">
              <a:off x="34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"/>
            <p:cNvSpPr/>
            <p:nvPr/>
          </p:nvSpPr>
          <p:spPr>
            <a:xfrm flipH="1">
              <a:off x="909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lang="de-CH" sz="1400" b="1" u="none" strike="noStrik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de-CH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de-CH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de-CH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CH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de-CH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de-C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Aft>
                <a:spcPts val="42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CH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dt" idx="1"/>
          </p:nvPr>
        </p:nvSpPr>
        <p:spPr>
          <a:xfrm>
            <a:off x="342000" y="4914360"/>
            <a:ext cx="2401200" cy="70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buNone/>
              <a:defRPr lang="de-CH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de-CH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ftr" idx="2"/>
          </p:nvPr>
        </p:nvSpPr>
        <p:spPr>
          <a:xfrm>
            <a:off x="2744640" y="4914000"/>
            <a:ext cx="4581000" cy="70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lang="de-CH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de-CH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sldNum" idx="3"/>
          </p:nvPr>
        </p:nvSpPr>
        <p:spPr>
          <a:xfrm>
            <a:off x="8494200" y="4914000"/>
            <a:ext cx="1143000" cy="70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lang="de-CH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fld id="{7334CD8B-3AED-4575-AD91-8A234286F23D}" type="slidenum"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de-CH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40000" y="1980000"/>
            <a:ext cx="900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de-CH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Titel slide 1</a:t>
            </a:r>
            <a:endParaRPr lang="de-CH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ubTitle"/>
          </p:nvPr>
        </p:nvSpPr>
        <p:spPr>
          <a:xfrm>
            <a:off x="540000" y="342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de-CH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slide 1</a:t>
            </a:r>
            <a:endParaRPr lang="de-CH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de-CH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Titel slide 2</a:t>
            </a:r>
            <a:endParaRPr lang="de-CH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slide 2</a:t>
            </a:r>
            <a:endParaRPr lang="de-CH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LibreOffice/25.8.5.2$Windows_X86_64 LibreOffice_project/9c8b85f387cc00a89945a79c9e6239f32e450ac2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2026-04-01T16:09:42Z</dcterms:created>
  <dc:creator/>
  <dc:description>This work is licensed under a Creative Commons 0 License.
It makes use of the works of kka_libo_design@ashisuto.co.jp.</dc:description>
  <dc:language>de-CH</dc:language>
  <cp:lastModifiedBy/>
  <dcterms:modified xsi:type="dcterms:W3CDTF">2026-04-01T16:10:39Z</dcterms:modified>
  <cp:revision>2</cp:revision>
  <dc:subject/>
  <dc:title>Beehive</dc:title>
</cp:coreProperties>
</file>